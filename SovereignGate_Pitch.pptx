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MICROSOFT AGENTATHON 2026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SovereignGate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Enterprise Privacy Proxy &amp; Multi-Agent Governance on Azure AI Foundry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Built for regulated Contract Lifecycle Management (CLM) &amp; SMEs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Stops IP &amp; PII leakage into untrusted model training loops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Enforces regional data residency (UK DPA 2018 &amp; EU GDPR) dynamically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Seamless user experience: zero workflow friction, zero token leakage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THE PROBLEM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The Shadow AI Dilemma for SMEs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Balancing Frontier AI Productivity with Strict Regulatory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Uncontrolled Browser LLM Usage: Employees paste sensitive client NDAs, master service agreements, and fee structures into free/public models.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Data Residency Violations: Cross-border transmission breaches UK GDPR and Data Protection Act rules when routed through untrusted jurisdictions.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IP Poisoning: Proprietary trade terms and party identities become permanent parts of public model re-training corpuses.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Legacy DLP Failure: Traditional network firewalls simply block access, halting AI productivity and driving users toward riskier workarounds.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THE SOLUTION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The 3-Agent Sovereign Architecture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Decoupled Ingestion, Compliant Dispatch, and Ephemeral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Agent 1 (Compliance Sentinel): Ingests raw contract text, redacts sensitive business PII/IP into deterministic tokens (e.g., {{ORG_1}}, {{MONEY_2}}), and classifies residency rules.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Ephemeral Session Vault: Secures un-redacted values strictly in local volatile memory; raw identities never touch the external network.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Agent 2 (Sovereign Dispatcher): Negotiates deployment models across Azure AI Foundry nodes, routing exclusively to compliant sovereign regions (e.g., UK South).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Agent 3 (Reconstructor &amp; Audit): Ingests the model inference output, seamlessly restores real values, and writes a tamper-evident audit 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LIVE DEMO HIGHLIGHTS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Streamlit Prototype Workflow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Side-by-Side Zero-Friction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Raw Input: Master Services Agreement with £250,000 fee and London legal jurisdiction.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Sentinel Redaction: Real-time substitution into {{ORG_1}}, {{ORG_2}}, and {{MONEY_1}} with UK_ONLY tier policy tagging.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Foundry Execution: gpt-5-mini in UK South processes reasoning entirely over synthetic tokens with zero access to proprietary identities.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Final Delivery: Fully restored, professional summary delivered to the user with a real-time compliance audit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JUDGING CRITERIA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Why SovereignGate Wins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Evaluation Against Microsoft Agentathon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Innovation: Shifts DLP from static blocking to an active, autonomous multi-agent proxy with real-time token re-inflation.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Usability: Fully native to Azure AI Foundry SDK. End users write standard prompts without learning specialized compliance syntax.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Impact: Immediate elimination of GDPR fines (up to 4% global turnover) and zero intellectual property leakage.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Vendor Agility: Open architecture built on Python that extends naturally to browser extensions, M365 Copilot, and external CLMs.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LOOKING FORWARD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Roadmap &amp; Scaling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Production Hardening over Post-Agentathon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Vectorized Policy Knowledge Base: Azure AI Search integration for live clause checking against evolving EU/UK statutory guidelines.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Browser Extension &amp; Proxy Mode: Zero-click enterprise gateway automatically proxying any corporate AI request.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Cosmos DB Audit Ledger: Long-term encrypted audit persistence for ISO 27001 and SOC 2 type II compliance verification.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•  Automated Red-Teaming: Continuous evaluation using Azure AI Foundry safety evaluators to guarantee zero token leakage.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